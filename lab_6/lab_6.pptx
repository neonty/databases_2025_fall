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A30A-65FE-6497-3346-253267366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54F6F-A76E-1F76-2C16-E85997965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DCD9-66F0-8646-C6D6-C0EEF3E79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52899-9E2C-DB62-6114-9BA0F064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3DC6-62D3-90ED-79ED-C57DC03F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3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7DEA-4060-D615-F7BE-D494407F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959E-055B-CA0B-4A85-6D01CF559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D5EB5-CF26-5F42-42B6-FDFA554B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D08D-55A3-C1BC-0DB1-FDAB3411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29086-92B9-5280-FBD8-F3B81F78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4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1684-984D-4D69-0955-6E271B49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129C3-5533-89F7-BD85-DB981A22D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5887C-F269-CF12-502F-37042BA5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216EB-FA55-ADF2-7983-7D021FE6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FD9C0-4972-B044-3E24-2F115CF1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7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8CC1-A35E-BE81-AFBD-36193756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18D4-02BB-C135-58C2-1925B9D72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21444-DA35-80BB-C9D1-2EC7569B8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F32C5-FE10-E298-8A13-4018E5E01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BDD4D-761B-FB40-89CC-CC7BD1B2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9EF08-3F09-3C02-4602-239A1D4A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8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D2E7-C2B3-0DF6-AA03-0F5DA0F4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2A5DB-B9FC-A69C-EE47-4D05C1762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8527A-E31A-4524-DA13-F677BB28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2F3B3-43CF-BBEF-7B14-DC9B165CC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596BC-ED2E-660E-8C65-097AF8961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C7D49-7B20-8063-3951-5E2BD06B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AEC92-2F24-086D-1E6F-58DC7A00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341EB-A04A-7919-2F6D-D45E4C2C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0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D392-9C95-5610-2669-71B16322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E973D-9BB8-F385-B027-822A9EF8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47404-C39C-50E0-4D6D-CA0A1399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684E6-87A0-6A3A-66A7-29190044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7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6C33E-ED24-DC95-2A73-CCD6A285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C49EA-019E-ADDA-C09B-9A4183AB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D0473-1170-82B6-5C99-074ACE7E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7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791F-AC2D-A1F6-BDC9-A950D7DE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1835-547C-83DC-0A92-9FB8F19E2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55428-1B26-703A-3B27-340619CA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45284-A882-C233-51E4-7372D2E7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08739-D44F-632B-97ED-36BC961A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02401-4E15-3FDD-272D-A5586A74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64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9E58-6640-3AB7-6AF0-2F31DAD0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AD5AE-0919-1F7E-0BA8-DF95AEAFD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4D8A2-E8B1-D5BE-4D89-7DC8AAF1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40D33-C215-BB57-D162-9912A14B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1B948-426F-5FB4-DC14-36C2272D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FEF7B-DB48-6480-ABBB-60A82D14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9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41EE-D12E-8D61-0370-84E7802F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8D96C-FE97-CC3B-A3F9-71DFEDD2F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6AE1A-F469-E2E9-63F6-5A61025B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C61B7-F906-2924-5710-9E965E45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40B3-671C-9631-2342-3CF8B354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3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8C42E-4197-315D-8EEE-7E8F725E0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7E8DE-E04A-3607-98AF-65775D2D7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5461A-0512-DA3A-6BC8-8CFE8B41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107F3-488F-99B1-2703-D90667A5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D55F-58C3-163A-A1C7-BBB0F08D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3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4433A-8876-8396-C58B-627E4F14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8C5FD-E046-3F90-AF67-1881611E0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6E4F-A72B-9981-1B0E-BF3535B98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0B9F-4514-4044-B61B-8B441BE22B0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C4E54-8CC2-B9A2-7481-E7FCC1C52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DC8C9-E77E-C277-24DE-F0575D9EF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1A058-020B-4118-9447-C8EEFC0D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2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0BB6-7DA4-8A14-555F-51CF98D36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CB8E6-F22F-E03A-BB49-9CC900E76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C8A02-60E4-713F-AB2D-89D010D3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5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EFBE-425A-F529-67ED-D4416817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D776-92A5-B3E5-F211-C4D4A520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FD5C28-4570-2F35-3D59-DC27365E2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3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2EE4-3B6C-2439-B4FE-17874DAA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C2A34-51B4-5657-3FFA-D0B9664E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1AAFD-468C-429B-BCCF-200B0BFFE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9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F8F5-9FCD-576B-50B4-6E405823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331DE-C11D-9DC8-83B6-EA00EFE1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E0271-08CE-046A-4B0C-FCAF2736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5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1911-461A-3FE2-60B8-53C4F347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6FD2-7C9B-7F1A-6B83-7FFAA3B8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8FF01-5629-7628-B3A0-0196CE014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8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5DF6-F0D8-7031-F0AF-1FE6AA0D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53CB4-411D-BC01-D038-3A603544A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5F0DD-4597-3DDB-A3EE-94EC1F4D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6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5184-C739-A2EE-0AD0-9822FE91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753F-FEDC-602D-6005-86A61AC8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0DC41-7A10-4659-8323-5044BDCEB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8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F825-FC21-E556-9F61-F2B2DB13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8491-01DC-E045-2D48-BB61F1F82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7702C-3F35-171E-4F9D-E3B8CF25B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" y="0"/>
            <a:ext cx="12184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96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1945-3813-B24D-2F81-2E141930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C5EF-4870-8F19-FA9B-48A1E7301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F78FB-AB2B-57F6-EE9A-5F667D8B4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34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5</cp:revision>
  <dcterms:created xsi:type="dcterms:W3CDTF">2025-11-04T17:00:17Z</dcterms:created>
  <dcterms:modified xsi:type="dcterms:W3CDTF">2025-11-04T18:25:14Z</dcterms:modified>
</cp:coreProperties>
</file>