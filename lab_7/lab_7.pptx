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onov Neonty" userId="27ea6d5ef56a969c" providerId="LiveId" clId="{A52DB2A1-9CDB-4C81-A9FD-AEAEB7DAFE44}"/>
    <pc:docChg chg="addSld modSld">
      <pc:chgData name="Neonov Neonty" userId="27ea6d5ef56a969c" providerId="LiveId" clId="{A52DB2A1-9CDB-4C81-A9FD-AEAEB7DAFE44}" dt="2025-11-12T04:27:04.726" v="18" actId="22"/>
      <pc:docMkLst>
        <pc:docMk/>
      </pc:docMkLst>
      <pc:sldChg chg="addSp mod">
        <pc:chgData name="Neonov Neonty" userId="27ea6d5ef56a969c" providerId="LiveId" clId="{A52DB2A1-9CDB-4C81-A9FD-AEAEB7DAFE44}" dt="2025-11-12T03:54:58.719" v="0" actId="22"/>
        <pc:sldMkLst>
          <pc:docMk/>
          <pc:sldMk cId="1047606385" sldId="256"/>
        </pc:sldMkLst>
        <pc:picChg chg="add">
          <ac:chgData name="Neonov Neonty" userId="27ea6d5ef56a969c" providerId="LiveId" clId="{A52DB2A1-9CDB-4C81-A9FD-AEAEB7DAFE44}" dt="2025-11-12T03:54:58.719" v="0" actId="22"/>
          <ac:picMkLst>
            <pc:docMk/>
            <pc:sldMk cId="1047606385" sldId="256"/>
            <ac:picMk id="5" creationId="{90A0D476-62D4-E3DC-9CE2-C7EA0E1866BF}"/>
          </ac:picMkLst>
        </pc:picChg>
      </pc:sldChg>
      <pc:sldChg chg="addSp new mod">
        <pc:chgData name="Neonov Neonty" userId="27ea6d5ef56a969c" providerId="LiveId" clId="{A52DB2A1-9CDB-4C81-A9FD-AEAEB7DAFE44}" dt="2025-11-12T03:57:42.073" v="2" actId="22"/>
        <pc:sldMkLst>
          <pc:docMk/>
          <pc:sldMk cId="1376808166" sldId="257"/>
        </pc:sldMkLst>
        <pc:picChg chg="add">
          <ac:chgData name="Neonov Neonty" userId="27ea6d5ef56a969c" providerId="LiveId" clId="{A52DB2A1-9CDB-4C81-A9FD-AEAEB7DAFE44}" dt="2025-11-12T03:57:42.073" v="2" actId="22"/>
          <ac:picMkLst>
            <pc:docMk/>
            <pc:sldMk cId="1376808166" sldId="257"/>
            <ac:picMk id="5" creationId="{D22221DB-AB7C-6DA2-C3DB-F85FA38CC083}"/>
          </ac:picMkLst>
        </pc:picChg>
      </pc:sldChg>
      <pc:sldChg chg="addSp new mod">
        <pc:chgData name="Neonov Neonty" userId="27ea6d5ef56a969c" providerId="LiveId" clId="{A52DB2A1-9CDB-4C81-A9FD-AEAEB7DAFE44}" dt="2025-11-12T03:59:49.060" v="4" actId="22"/>
        <pc:sldMkLst>
          <pc:docMk/>
          <pc:sldMk cId="3629733203" sldId="258"/>
        </pc:sldMkLst>
        <pc:picChg chg="add">
          <ac:chgData name="Neonov Neonty" userId="27ea6d5ef56a969c" providerId="LiveId" clId="{A52DB2A1-9CDB-4C81-A9FD-AEAEB7DAFE44}" dt="2025-11-12T03:59:49.060" v="4" actId="22"/>
          <ac:picMkLst>
            <pc:docMk/>
            <pc:sldMk cId="3629733203" sldId="258"/>
            <ac:picMk id="5" creationId="{658EFDEF-2AEF-90F5-49C1-39F28B9E6B86}"/>
          </ac:picMkLst>
        </pc:picChg>
      </pc:sldChg>
      <pc:sldChg chg="addSp new mod">
        <pc:chgData name="Neonov Neonty" userId="27ea6d5ef56a969c" providerId="LiveId" clId="{A52DB2A1-9CDB-4C81-A9FD-AEAEB7DAFE44}" dt="2025-11-12T04:03:05.910" v="6" actId="22"/>
        <pc:sldMkLst>
          <pc:docMk/>
          <pc:sldMk cId="3438846953" sldId="259"/>
        </pc:sldMkLst>
        <pc:picChg chg="add">
          <ac:chgData name="Neonov Neonty" userId="27ea6d5ef56a969c" providerId="LiveId" clId="{A52DB2A1-9CDB-4C81-A9FD-AEAEB7DAFE44}" dt="2025-11-12T04:03:05.910" v="6" actId="22"/>
          <ac:picMkLst>
            <pc:docMk/>
            <pc:sldMk cId="3438846953" sldId="259"/>
            <ac:picMk id="5" creationId="{595384F8-DBA3-8D94-B098-0058952C3634}"/>
          </ac:picMkLst>
        </pc:picChg>
      </pc:sldChg>
      <pc:sldChg chg="addSp new mod">
        <pc:chgData name="Neonov Neonty" userId="27ea6d5ef56a969c" providerId="LiveId" clId="{A52DB2A1-9CDB-4C81-A9FD-AEAEB7DAFE44}" dt="2025-11-12T04:04:00.706" v="8" actId="22"/>
        <pc:sldMkLst>
          <pc:docMk/>
          <pc:sldMk cId="2926370580" sldId="260"/>
        </pc:sldMkLst>
        <pc:picChg chg="add">
          <ac:chgData name="Neonov Neonty" userId="27ea6d5ef56a969c" providerId="LiveId" clId="{A52DB2A1-9CDB-4C81-A9FD-AEAEB7DAFE44}" dt="2025-11-12T04:04:00.706" v="8" actId="22"/>
          <ac:picMkLst>
            <pc:docMk/>
            <pc:sldMk cId="2926370580" sldId="260"/>
            <ac:picMk id="5" creationId="{E9E801CE-8D07-91F2-63EC-8EC0108F166F}"/>
          </ac:picMkLst>
        </pc:picChg>
      </pc:sldChg>
      <pc:sldChg chg="addSp new mod">
        <pc:chgData name="Neonov Neonty" userId="27ea6d5ef56a969c" providerId="LiveId" clId="{A52DB2A1-9CDB-4C81-A9FD-AEAEB7DAFE44}" dt="2025-11-12T04:09:16.656" v="10" actId="22"/>
        <pc:sldMkLst>
          <pc:docMk/>
          <pc:sldMk cId="813245216" sldId="261"/>
        </pc:sldMkLst>
        <pc:picChg chg="add">
          <ac:chgData name="Neonov Neonty" userId="27ea6d5ef56a969c" providerId="LiveId" clId="{A52DB2A1-9CDB-4C81-A9FD-AEAEB7DAFE44}" dt="2025-11-12T04:09:16.656" v="10" actId="22"/>
          <ac:picMkLst>
            <pc:docMk/>
            <pc:sldMk cId="813245216" sldId="261"/>
            <ac:picMk id="5" creationId="{84DDD897-CA45-B125-B0B2-5A51300D93C9}"/>
          </ac:picMkLst>
        </pc:picChg>
      </pc:sldChg>
      <pc:sldChg chg="addSp new mod">
        <pc:chgData name="Neonov Neonty" userId="27ea6d5ef56a969c" providerId="LiveId" clId="{A52DB2A1-9CDB-4C81-A9FD-AEAEB7DAFE44}" dt="2025-11-12T04:12:11.855" v="12" actId="22"/>
        <pc:sldMkLst>
          <pc:docMk/>
          <pc:sldMk cId="1417663067" sldId="262"/>
        </pc:sldMkLst>
        <pc:picChg chg="add">
          <ac:chgData name="Neonov Neonty" userId="27ea6d5ef56a969c" providerId="LiveId" clId="{A52DB2A1-9CDB-4C81-A9FD-AEAEB7DAFE44}" dt="2025-11-12T04:12:11.855" v="12" actId="22"/>
          <ac:picMkLst>
            <pc:docMk/>
            <pc:sldMk cId="1417663067" sldId="262"/>
            <ac:picMk id="5" creationId="{5C2C8892-DE49-DAB9-DA7B-6490FF9FAB05}"/>
          </ac:picMkLst>
        </pc:picChg>
      </pc:sldChg>
      <pc:sldChg chg="addSp new mod">
        <pc:chgData name="Neonov Neonty" userId="27ea6d5ef56a969c" providerId="LiveId" clId="{A52DB2A1-9CDB-4C81-A9FD-AEAEB7DAFE44}" dt="2025-11-12T04:17:17.837" v="14" actId="22"/>
        <pc:sldMkLst>
          <pc:docMk/>
          <pc:sldMk cId="1774074030" sldId="263"/>
        </pc:sldMkLst>
        <pc:picChg chg="add">
          <ac:chgData name="Neonov Neonty" userId="27ea6d5ef56a969c" providerId="LiveId" clId="{A52DB2A1-9CDB-4C81-A9FD-AEAEB7DAFE44}" dt="2025-11-12T04:17:17.837" v="14" actId="22"/>
          <ac:picMkLst>
            <pc:docMk/>
            <pc:sldMk cId="1774074030" sldId="263"/>
            <ac:picMk id="5" creationId="{A14B79F5-2F0A-B4E2-77D7-B66A14B26C59}"/>
          </ac:picMkLst>
        </pc:picChg>
      </pc:sldChg>
      <pc:sldChg chg="addSp new mod">
        <pc:chgData name="Neonov Neonty" userId="27ea6d5ef56a969c" providerId="LiveId" clId="{A52DB2A1-9CDB-4C81-A9FD-AEAEB7DAFE44}" dt="2025-11-12T04:22:45.581" v="16" actId="22"/>
        <pc:sldMkLst>
          <pc:docMk/>
          <pc:sldMk cId="4069617123" sldId="264"/>
        </pc:sldMkLst>
        <pc:picChg chg="add">
          <ac:chgData name="Neonov Neonty" userId="27ea6d5ef56a969c" providerId="LiveId" clId="{A52DB2A1-9CDB-4C81-A9FD-AEAEB7DAFE44}" dt="2025-11-12T04:22:45.581" v="16" actId="22"/>
          <ac:picMkLst>
            <pc:docMk/>
            <pc:sldMk cId="4069617123" sldId="264"/>
            <ac:picMk id="5" creationId="{581FFE94-3653-0080-A903-6418A6ADFDA6}"/>
          </ac:picMkLst>
        </pc:picChg>
      </pc:sldChg>
      <pc:sldChg chg="addSp new mod">
        <pc:chgData name="Neonov Neonty" userId="27ea6d5ef56a969c" providerId="LiveId" clId="{A52DB2A1-9CDB-4C81-A9FD-AEAEB7DAFE44}" dt="2025-11-12T04:27:04.726" v="18" actId="22"/>
        <pc:sldMkLst>
          <pc:docMk/>
          <pc:sldMk cId="3747940320" sldId="265"/>
        </pc:sldMkLst>
        <pc:picChg chg="add">
          <ac:chgData name="Neonov Neonty" userId="27ea6d5ef56a969c" providerId="LiveId" clId="{A52DB2A1-9CDB-4C81-A9FD-AEAEB7DAFE44}" dt="2025-11-12T04:27:04.726" v="18" actId="22"/>
          <ac:picMkLst>
            <pc:docMk/>
            <pc:sldMk cId="3747940320" sldId="265"/>
            <ac:picMk id="5" creationId="{126A3ACE-BAB6-D322-E3E4-CFD8645E1D1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B6C93-A203-D718-EFFE-AE7813AC04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2CC1A5-0CF3-42B2-60E2-589E94040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EA088-FF45-1624-A643-77A01F860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A4DBC-DB6C-45D7-BCAF-0D27AFA3066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83511-5AD6-CB75-A7B3-7717D4D0C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1F27C-88BF-4C6F-035F-EDD8DAC0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8687-3899-4D4D-B023-98057F9C8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695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F8CA9-81F4-A668-8CAD-53750A6EF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A1095-C2CD-B29B-02EA-B82A2767C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8956A-07C2-EA30-4529-B2AF078DB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A4DBC-DB6C-45D7-BCAF-0D27AFA3066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0240A-9EF7-4E6D-F7EF-81DD90BA8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4DEAF-5EF0-BBFA-DBE8-873A5C68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8687-3899-4D4D-B023-98057F9C8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9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2D906-29C7-D021-608B-BD3F5AE78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B214F-DDE7-0A7B-6065-9B57BCBA8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C10D2-4A54-D02C-32AE-E6B0135A2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A4DBC-DB6C-45D7-BCAF-0D27AFA3066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030FE-5FEC-5537-A657-EF1B07481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B1059-4C4D-281D-BB10-F2C7821F7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8687-3899-4D4D-B023-98057F9C8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49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79925-8C35-553D-356A-51014B206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420AC-ECB6-9331-F4BE-EAC415B88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20D3D2-97E6-2317-3410-89CD9815D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9EF96-6216-F5A0-D5ED-4331589A8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A4DBC-DB6C-45D7-BCAF-0D27AFA3066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863A3-2C95-3723-4D0E-2C900C31E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5A7E3-4025-B71F-E3E0-44323F0A3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8687-3899-4D4D-B023-98057F9C8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3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46FDC-CD4F-45C1-61CC-50CFF4B53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B6CD5-A10D-0151-F91B-788A4273D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94963-795B-B62C-366E-394C0C8D7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F029C-D8A3-B6DF-B6E6-2DE646C30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84C48B-3F56-DF7C-88AF-011C2E710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22A3CC-CDE1-538C-034E-7DF3412A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A4DBC-DB6C-45D7-BCAF-0D27AFA3066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ECE1F-A016-7424-E2F1-365B4C518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74518B-D8E0-1476-7C54-29847270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8687-3899-4D4D-B023-98057F9C8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45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A5A19-3628-75AE-11AE-311FC52E0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0DB5BB-8F71-BDEB-59D7-EBA4104F9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A4DBC-DB6C-45D7-BCAF-0D27AFA3066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813B62-1A65-C081-CCA5-F46179579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A06EC-8F73-22AA-4487-F2214FC7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8687-3899-4D4D-B023-98057F9C8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34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DE83CB-BFF5-66C8-CFA2-A417AEEA7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A4DBC-DB6C-45D7-BCAF-0D27AFA3066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B4E526-18DF-0C0A-73DB-778DE8B5D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88C0F-276D-CB5A-8801-B1AB311DB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8687-3899-4D4D-B023-98057F9C8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334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A30B4-9698-EA57-1D77-2B8D13389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2E89C-0F10-E6CF-DB92-4B82B09EA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BF4A9-9457-2247-521D-6C5A0DEE9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97343-E96F-6D53-49FD-9FD9FFC7B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A4DBC-DB6C-45D7-BCAF-0D27AFA3066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09FBA2-897B-54F4-2460-878ED4127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F0FC7-8498-CCF8-5A74-6C80EB8C1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8687-3899-4D4D-B023-98057F9C8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60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51EA0-3918-E3BD-7AEA-193B1B9ED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7E7A2-800A-810B-8162-A028D8DCA4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FC0A9-0C25-9B3D-724F-85722967C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3104C-E32A-7FE1-AFC4-1EBF16C83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A4DBC-DB6C-45D7-BCAF-0D27AFA3066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C25DA-AE9B-157C-5880-DF1D40792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3102F-9AF5-D302-8414-CA3EA8EC1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8687-3899-4D4D-B023-98057F9C8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00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A613B-2797-3810-4418-A39C461A5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B6C33-5878-0756-36F7-784288B35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BE387-B0D5-CDAD-CF08-4F893679B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A4DBC-DB6C-45D7-BCAF-0D27AFA3066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36FBA-E024-8ABA-3CF7-5382D7E8C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F3C40-080E-BD25-3345-C2A63753D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8687-3899-4D4D-B023-98057F9C8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09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00633-E979-E8A8-987C-F87C30AC2B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BB09A7-18CC-0ADE-5746-1FE059164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2CE9B-060A-F9EB-F574-6D9001FCB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A4DBC-DB6C-45D7-BCAF-0D27AFA3066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81192-3D3E-A179-0CAB-EEA61A056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A3818-0AA5-6250-F3B9-5D3BAE518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8687-3899-4D4D-B023-98057F9C8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0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6830E-9A8A-7259-546F-B3B91C4FB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88128-886D-D1C8-AA0B-ED03F259D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373B1-D961-285B-73B1-6270301168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A4DBC-DB6C-45D7-BCAF-0D27AFA3066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3BFAC-649D-2EB6-557D-DA51AC33AA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4EA65-ED37-BF15-FEE0-CF6290FF9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398687-3899-4D4D-B023-98057F9C8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773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6775-33B2-04C0-E262-FCDE633414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9932F0-3BE0-5AFA-53F6-69B3EFD5A9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A0D476-62D4-E3DC-9CE2-C7EA0E186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6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DCCD4-AF37-E977-262C-D24D2F460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235A6-89E4-13FB-2CB4-CEF10D078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2221DB-AB7C-6DA2-C3DB-F85FA38CC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808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3D207-C600-D72A-70D3-46CB26EFD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E5144-B9B1-A459-F1FE-EA8F455A2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EFDEF-2AEF-90F5-49C1-39F28B9E6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733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0B49F-7628-3EBD-1C9A-77883AB06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A80A1-C852-C482-EFF9-D9DDDBBF9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5384F8-DBA3-8D94-B098-0058952C3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84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F6C91-11DB-B4D9-EE85-4FB6602B1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29A27-F125-59F5-6E73-052732F3F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E801CE-8D07-91F2-63EC-8EC0108F1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370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F91DE-EC3B-EF10-9614-1C56FF542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C0B0-4395-79E6-5282-329701C3E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DDD897-CA45-B125-B0B2-5A51300D9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245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F4C66-737A-5576-3334-79D4787C5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99872-2BCA-EF87-04B7-A248A8E27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C8892-DE49-DAB9-DA7B-6490FF9FA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63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1E8F-F745-095D-106A-151FC7184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02DAB-FD2D-E84C-646A-21F70AA90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4B79F5-2F0A-B4E2-77D7-B66A14B26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074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0157B-9F80-A0BA-F80D-7BF1D508D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3C5F7-D874-CBD1-D7AC-5729CFEA9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1FFE94-3653-0080-A903-6418A6ADF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17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52290-CC21-94BA-F476-74710675E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748FD-A934-ECF9-1134-D04AE4A4C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6A3ACE-BAB6-D322-E3E4-CFD8645E1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40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Nurassyl Nurgazin</dc:creator>
  <cp:lastModifiedBy>Nurassyl Nurgazin</cp:lastModifiedBy>
  <cp:revision>1</cp:revision>
  <dcterms:created xsi:type="dcterms:W3CDTF">2025-11-12T03:54:04Z</dcterms:created>
  <dcterms:modified xsi:type="dcterms:W3CDTF">2025-11-12T04:27:07Z</dcterms:modified>
</cp:coreProperties>
</file>