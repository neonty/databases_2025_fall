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eonov Neonty" userId="27ea6d5ef56a969c" providerId="LiveId" clId="{10C4499D-6FAE-4133-B5F1-2743467B4BAD}"/>
    <pc:docChg chg="addSld modSld">
      <pc:chgData name="Neonov Neonty" userId="27ea6d5ef56a969c" providerId="LiveId" clId="{10C4499D-6FAE-4133-B5F1-2743467B4BAD}" dt="2025-11-26T04:38:12.800" v="15" actId="22"/>
      <pc:docMkLst>
        <pc:docMk/>
      </pc:docMkLst>
      <pc:sldChg chg="addSp new mod">
        <pc:chgData name="Neonov Neonty" userId="27ea6d5ef56a969c" providerId="LiveId" clId="{10C4499D-6FAE-4133-B5F1-2743467B4BAD}" dt="2025-11-26T03:58:16.160" v="1" actId="22"/>
        <pc:sldMkLst>
          <pc:docMk/>
          <pc:sldMk cId="50113437" sldId="257"/>
        </pc:sldMkLst>
        <pc:picChg chg="add">
          <ac:chgData name="Neonov Neonty" userId="27ea6d5ef56a969c" providerId="LiveId" clId="{10C4499D-6FAE-4133-B5F1-2743467B4BAD}" dt="2025-11-26T03:58:16.160" v="1" actId="22"/>
          <ac:picMkLst>
            <pc:docMk/>
            <pc:sldMk cId="50113437" sldId="257"/>
            <ac:picMk id="5" creationId="{DD143F5A-114B-0698-AFAA-6912BC6C909C}"/>
          </ac:picMkLst>
        </pc:picChg>
      </pc:sldChg>
      <pc:sldChg chg="addSp new mod">
        <pc:chgData name="Neonov Neonty" userId="27ea6d5ef56a969c" providerId="LiveId" clId="{10C4499D-6FAE-4133-B5F1-2743467B4BAD}" dt="2025-11-26T04:04:05.367" v="3" actId="22"/>
        <pc:sldMkLst>
          <pc:docMk/>
          <pc:sldMk cId="2136896544" sldId="258"/>
        </pc:sldMkLst>
        <pc:picChg chg="add">
          <ac:chgData name="Neonov Neonty" userId="27ea6d5ef56a969c" providerId="LiveId" clId="{10C4499D-6FAE-4133-B5F1-2743467B4BAD}" dt="2025-11-26T04:04:05.367" v="3" actId="22"/>
          <ac:picMkLst>
            <pc:docMk/>
            <pc:sldMk cId="2136896544" sldId="258"/>
            <ac:picMk id="5" creationId="{169E825C-C2C5-DD9E-0216-C91AA2C90ADA}"/>
          </ac:picMkLst>
        </pc:picChg>
      </pc:sldChg>
      <pc:sldChg chg="addSp new mod">
        <pc:chgData name="Neonov Neonty" userId="27ea6d5ef56a969c" providerId="LiveId" clId="{10C4499D-6FAE-4133-B5F1-2743467B4BAD}" dt="2025-11-26T04:15:00.959" v="5" actId="22"/>
        <pc:sldMkLst>
          <pc:docMk/>
          <pc:sldMk cId="4204764315" sldId="259"/>
        </pc:sldMkLst>
        <pc:picChg chg="add">
          <ac:chgData name="Neonov Neonty" userId="27ea6d5ef56a969c" providerId="LiveId" clId="{10C4499D-6FAE-4133-B5F1-2743467B4BAD}" dt="2025-11-26T04:15:00.959" v="5" actId="22"/>
          <ac:picMkLst>
            <pc:docMk/>
            <pc:sldMk cId="4204764315" sldId="259"/>
            <ac:picMk id="5" creationId="{31BB478D-54B7-CDED-843F-34C4D5F312D3}"/>
          </ac:picMkLst>
        </pc:picChg>
      </pc:sldChg>
      <pc:sldChg chg="addSp new mod">
        <pc:chgData name="Neonov Neonty" userId="27ea6d5ef56a969c" providerId="LiveId" clId="{10C4499D-6FAE-4133-B5F1-2743467B4BAD}" dt="2025-11-26T04:24:42.834" v="7" actId="22"/>
        <pc:sldMkLst>
          <pc:docMk/>
          <pc:sldMk cId="3248138622" sldId="260"/>
        </pc:sldMkLst>
        <pc:picChg chg="add">
          <ac:chgData name="Neonov Neonty" userId="27ea6d5ef56a969c" providerId="LiveId" clId="{10C4499D-6FAE-4133-B5F1-2743467B4BAD}" dt="2025-11-26T04:24:42.834" v="7" actId="22"/>
          <ac:picMkLst>
            <pc:docMk/>
            <pc:sldMk cId="3248138622" sldId="260"/>
            <ac:picMk id="5" creationId="{999DEF41-49B8-F074-4E38-093621616275}"/>
          </ac:picMkLst>
        </pc:picChg>
      </pc:sldChg>
      <pc:sldChg chg="addSp new mod">
        <pc:chgData name="Neonov Neonty" userId="27ea6d5ef56a969c" providerId="LiveId" clId="{10C4499D-6FAE-4133-B5F1-2743467B4BAD}" dt="2025-11-26T04:29:15.062" v="9" actId="22"/>
        <pc:sldMkLst>
          <pc:docMk/>
          <pc:sldMk cId="1311863284" sldId="261"/>
        </pc:sldMkLst>
        <pc:picChg chg="add">
          <ac:chgData name="Neonov Neonty" userId="27ea6d5ef56a969c" providerId="LiveId" clId="{10C4499D-6FAE-4133-B5F1-2743467B4BAD}" dt="2025-11-26T04:29:15.062" v="9" actId="22"/>
          <ac:picMkLst>
            <pc:docMk/>
            <pc:sldMk cId="1311863284" sldId="261"/>
            <ac:picMk id="5" creationId="{F6A6DD61-CC4A-FDB7-58AF-D265546F03DA}"/>
          </ac:picMkLst>
        </pc:picChg>
      </pc:sldChg>
      <pc:sldChg chg="addSp new mod">
        <pc:chgData name="Neonov Neonty" userId="27ea6d5ef56a969c" providerId="LiveId" clId="{10C4499D-6FAE-4133-B5F1-2743467B4BAD}" dt="2025-11-26T04:32:54.029" v="11" actId="22"/>
        <pc:sldMkLst>
          <pc:docMk/>
          <pc:sldMk cId="3848119687" sldId="262"/>
        </pc:sldMkLst>
        <pc:picChg chg="add">
          <ac:chgData name="Neonov Neonty" userId="27ea6d5ef56a969c" providerId="LiveId" clId="{10C4499D-6FAE-4133-B5F1-2743467B4BAD}" dt="2025-11-26T04:32:54.029" v="11" actId="22"/>
          <ac:picMkLst>
            <pc:docMk/>
            <pc:sldMk cId="3848119687" sldId="262"/>
            <ac:picMk id="5" creationId="{59536A4E-EE5E-6563-F228-D0E1604A6027}"/>
          </ac:picMkLst>
        </pc:picChg>
      </pc:sldChg>
      <pc:sldChg chg="addSp new mod">
        <pc:chgData name="Neonov Neonty" userId="27ea6d5ef56a969c" providerId="LiveId" clId="{10C4499D-6FAE-4133-B5F1-2743467B4BAD}" dt="2025-11-26T04:34:45.110" v="13" actId="22"/>
        <pc:sldMkLst>
          <pc:docMk/>
          <pc:sldMk cId="1279632380" sldId="263"/>
        </pc:sldMkLst>
        <pc:picChg chg="add">
          <ac:chgData name="Neonov Neonty" userId="27ea6d5ef56a969c" providerId="LiveId" clId="{10C4499D-6FAE-4133-B5F1-2743467B4BAD}" dt="2025-11-26T04:34:45.110" v="13" actId="22"/>
          <ac:picMkLst>
            <pc:docMk/>
            <pc:sldMk cId="1279632380" sldId="263"/>
            <ac:picMk id="5" creationId="{0A722CD7-DD27-D4BB-8C29-E26F7B746D8C}"/>
          </ac:picMkLst>
        </pc:picChg>
      </pc:sldChg>
      <pc:sldChg chg="addSp new mod">
        <pc:chgData name="Neonov Neonty" userId="27ea6d5ef56a969c" providerId="LiveId" clId="{10C4499D-6FAE-4133-B5F1-2743467B4BAD}" dt="2025-11-26T04:38:12.800" v="15" actId="22"/>
        <pc:sldMkLst>
          <pc:docMk/>
          <pc:sldMk cId="2141992886" sldId="264"/>
        </pc:sldMkLst>
        <pc:picChg chg="add">
          <ac:chgData name="Neonov Neonty" userId="27ea6d5ef56a969c" providerId="LiveId" clId="{10C4499D-6FAE-4133-B5F1-2743467B4BAD}" dt="2025-11-26T04:38:12.800" v="15" actId="22"/>
          <ac:picMkLst>
            <pc:docMk/>
            <pc:sldMk cId="2141992886" sldId="264"/>
            <ac:picMk id="5" creationId="{BDD986E2-484D-BA14-2B6A-55EFE47B0514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3A1CB2-463A-8312-38A5-3E51D6B4E9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381B39B-011F-F5B8-7768-3C5B9AE485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58B49C-47C4-948E-B060-A60A8970BD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A2402A-9324-4AEC-969A-848C573716BD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848F76-5814-0111-FF96-662E80B036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0BC465-DA17-9A8E-AEE9-B78B7FD9BE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7B402A-3759-4C6B-AF49-3DBA484573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61254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B7706D-D9B9-D238-D879-C0B9A0773D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306150-35D3-3258-6AF9-399386DEC7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F3702A-1EE3-2533-E763-C5F4FEBB7D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A2402A-9324-4AEC-969A-848C573716BD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11B83F-5BEF-1BFF-6154-7F68FD3018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AD817C-E3AD-6A94-AEAE-7B25732701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7B402A-3759-4C6B-AF49-3DBA484573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29367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15CC74-F820-D7F1-73BE-8F73314D63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861D21-B339-46E6-B7DD-67A226EC1B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C1A14C-71E3-4854-3DCD-F9A41499EC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A2402A-9324-4AEC-969A-848C573716BD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135A9E-D293-373F-7CE9-EE071C994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DC5404-760D-1904-1385-2822301CAE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7B402A-3759-4C6B-AF49-3DBA484573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56566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39A1D3-30FE-2A44-9902-58D8E3CD28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7BEB8F-FEFE-4774-EEC6-E19BB0BFCE9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CA84F6-99DF-9913-5A14-961019DCA8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D8B563-01F0-B0B1-5A71-F3DFF7F9BA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A2402A-9324-4AEC-969A-848C573716BD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EECF64-B405-2E5F-C505-601B640E7A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336650-C30F-14EE-6FD8-AD711873B4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7B402A-3759-4C6B-AF49-3DBA484573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99501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D7F582-3B17-18B2-91EE-BFC966DFC4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0D2D6E-4329-1560-3605-9A74A0C27C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36BD39D-A4AE-47E3-D953-FF408E2F8F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D3FA6E1-E2EC-DD18-2B52-8B364642622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3526104-EE37-9326-31C9-538A9722276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6D1B4B4-4838-056C-E1E8-511BEAE8EA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A2402A-9324-4AEC-969A-848C573716BD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7CAD18D-A265-1E70-6806-9655A0057D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800DAD8-E2BE-4D11-1288-18E39B8F9B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7B402A-3759-4C6B-AF49-3DBA484573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64190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04188E-7DEA-81A5-D590-F9ACEEF6BC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DC94338-0EAF-655C-AD5E-0877C1E6E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A2402A-9324-4AEC-969A-848C573716BD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39529A7-5897-5A4D-E97A-A02B279090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788420C-7967-DCD5-ED28-CBA4904840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7B402A-3759-4C6B-AF49-3DBA484573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02605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94ED24E-7F47-66BE-2298-1EF5169CB1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A2402A-9324-4AEC-969A-848C573716BD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EE110ED-663F-AD59-B97F-DD05AF456A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A2967F-BF47-5D98-933B-66D8E4AB6D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7B402A-3759-4C6B-AF49-3DBA484573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54495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C6FC26-F3CC-ED1D-E183-1B69994BDD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95F48E-C53A-3B93-B906-397DB20AA0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40F929F-EBCF-DD59-5DDA-7EE13D1D71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D27731-440A-BA4C-B1FD-50C8C626B2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A2402A-9324-4AEC-969A-848C573716BD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842122-DC90-C3CC-8FD0-E399C971C9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05944D-343F-7E30-AA9F-1F9D530E25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7B402A-3759-4C6B-AF49-3DBA484573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51960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AC7AE2-678E-B6E1-FAE1-0F609D1507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2850928-8AAE-EDD3-632F-AA44FCA649F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1FF0CAC-D67E-31F7-F778-E93F091B47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932381-306C-7DBD-F2F0-82FCA7871D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A2402A-9324-4AEC-969A-848C573716BD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ED3F84-E18B-B1BA-40AB-4283F536FB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C63F885-5094-151B-8682-3DFE1F506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7B402A-3759-4C6B-AF49-3DBA484573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19510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629792-AABD-09CD-8B56-4021F7CDEB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218D567-D902-A03A-FAEA-0887E24B717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AFC4A5-6DEA-E28B-3D28-4ADF7701DD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A2402A-9324-4AEC-969A-848C573716BD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995D42-8B4B-1F67-39DF-A35B577751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97CF2E-FEFB-4EF9-BE50-1B959122A9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7B402A-3759-4C6B-AF49-3DBA484573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30609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1F8E099-CF24-F820-7E38-94D5B7C8FDE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4FB94BA-B25C-082C-683B-335D8DAB922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47B9DB-4E9A-5049-0579-3004FB8D08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A2402A-9324-4AEC-969A-848C573716BD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27004E-D2BB-5B45-AADD-F68E26A2FE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A2E514-C123-C833-53CC-9BC2CE092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7B402A-3759-4C6B-AF49-3DBA484573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44472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908B3D4-7A00-37E4-6E55-54793E8BE6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E33A6D-FDCD-D498-4DCE-FA0FFC192E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D9962F-1C36-7EA8-79F4-33128FB4BD0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7A2402A-9324-4AEC-969A-848C573716BD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E96727-E168-1080-EFA4-77E05EEB1D8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151A18-19D0-F7D0-CD5E-C0EFDDC81DA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D7B402A-3759-4C6B-AF49-3DBA484573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66713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951698-D888-C23E-292F-0247A3AD6CA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FF8F886-F18A-7449-6F31-EEB18B29EC6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3DF72F3-953F-6DB5-1793-7C6193D9A9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90"/>
            <a:ext cx="12192000" cy="6855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82552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BDDAB2-E810-632A-9D2E-E0373A5E0D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992824-F312-1582-901E-8BFA2F1F8E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D143F5A-114B-0698-AFAA-6912BC6C90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39" y="0"/>
            <a:ext cx="1217152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1134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17D1EE-BF7A-86B5-40C9-336382A094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C41148-706B-71CA-D5D1-42B7E6C851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69E825C-C2C5-DD9E-0216-C91AA2C90A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68965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CDA8DA-BC13-3542-2A0D-25513A500E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23252F-E8DC-9C6A-7E30-63DF4C94B2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1BB478D-54B7-CDED-843F-34C4D5F312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47643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540998-A1B3-39FF-85B8-A24ECAC19D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0159DC-AC4D-6EF5-446C-CFACB8BEB5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99DEF41-49B8-F074-4E38-0936216162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81386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C65B2E-77FD-0226-3B1E-C6C82B1CB9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7333E7-35F2-F52E-DAC1-54ADCCE445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6A6DD61-CC4A-FDB7-58AF-D265546F03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18632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BD1D80-AD91-1E90-C138-460F252B76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FC91DA-5DE1-1560-B7ED-10284391B2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9536A4E-EE5E-6563-F228-D0E1604A60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81196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928949-F7AF-2B44-648F-0EFD45D6B3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35B464-6F64-095C-4737-6A1A593759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A722CD7-DD27-D4BB-8C29-E26F7B746D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96323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27CF58-77FB-E0ED-669C-C174DAC1D0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CD6DAF-2C06-5F9B-7945-890A5EB4D0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DD986E2-484D-BA14-2B6A-55EFE47B05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19928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</TotalTime>
  <Words>0</Words>
  <Application>Microsoft Office PowerPoint</Application>
  <PresentationFormat>Widescreen</PresentationFormat>
  <Paragraphs>0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Nurassyl Nurgazin</dc:creator>
  <cp:lastModifiedBy>Nurassyl Nurgazin</cp:lastModifiedBy>
  <cp:revision>1</cp:revision>
  <dcterms:created xsi:type="dcterms:W3CDTF">2025-11-26T03:51:40Z</dcterms:created>
  <dcterms:modified xsi:type="dcterms:W3CDTF">2025-11-26T04:38:13Z</dcterms:modified>
</cp:coreProperties>
</file>