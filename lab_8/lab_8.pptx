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onov Neonty" userId="27ea6d5ef56a969c" providerId="LiveId" clId="{B04CE25C-DAA1-413A-9F18-97DB15B93F60}"/>
    <pc:docChg chg="addSld modSld">
      <pc:chgData name="Neonov Neonty" userId="27ea6d5ef56a969c" providerId="LiveId" clId="{B04CE25C-DAA1-413A-9F18-97DB15B93F60}" dt="2025-11-19T05:29:53.736" v="18" actId="22"/>
      <pc:docMkLst>
        <pc:docMk/>
      </pc:docMkLst>
      <pc:sldChg chg="addSp mod">
        <pc:chgData name="Neonov Neonty" userId="27ea6d5ef56a969c" providerId="LiveId" clId="{B04CE25C-DAA1-413A-9F18-97DB15B93F60}" dt="2025-11-19T04:04:43.090" v="0" actId="22"/>
        <pc:sldMkLst>
          <pc:docMk/>
          <pc:sldMk cId="1971601343" sldId="256"/>
        </pc:sldMkLst>
        <pc:picChg chg="add">
          <ac:chgData name="Neonov Neonty" userId="27ea6d5ef56a969c" providerId="LiveId" clId="{B04CE25C-DAA1-413A-9F18-97DB15B93F60}" dt="2025-11-19T04:04:43.090" v="0" actId="22"/>
          <ac:picMkLst>
            <pc:docMk/>
            <pc:sldMk cId="1971601343" sldId="256"/>
            <ac:picMk id="5" creationId="{D304C931-33C5-F51C-38EA-4D500EAF64FE}"/>
          </ac:picMkLst>
        </pc:picChg>
      </pc:sldChg>
      <pc:sldChg chg="addSp new mod">
        <pc:chgData name="Neonov Neonty" userId="27ea6d5ef56a969c" providerId="LiveId" clId="{B04CE25C-DAA1-413A-9F18-97DB15B93F60}" dt="2025-11-19T04:24:32.682" v="2" actId="22"/>
        <pc:sldMkLst>
          <pc:docMk/>
          <pc:sldMk cId="814573569" sldId="257"/>
        </pc:sldMkLst>
        <pc:picChg chg="add">
          <ac:chgData name="Neonov Neonty" userId="27ea6d5ef56a969c" providerId="LiveId" clId="{B04CE25C-DAA1-413A-9F18-97DB15B93F60}" dt="2025-11-19T04:24:32.682" v="2" actId="22"/>
          <ac:picMkLst>
            <pc:docMk/>
            <pc:sldMk cId="814573569" sldId="257"/>
            <ac:picMk id="5" creationId="{48185D8B-247B-AD1E-3687-1E74EC801357}"/>
          </ac:picMkLst>
        </pc:picChg>
      </pc:sldChg>
      <pc:sldChg chg="addSp new mod">
        <pc:chgData name="Neonov Neonty" userId="27ea6d5ef56a969c" providerId="LiveId" clId="{B04CE25C-DAA1-413A-9F18-97DB15B93F60}" dt="2025-11-19T05:07:27.543" v="4" actId="22"/>
        <pc:sldMkLst>
          <pc:docMk/>
          <pc:sldMk cId="1431572120" sldId="258"/>
        </pc:sldMkLst>
        <pc:picChg chg="add">
          <ac:chgData name="Neonov Neonty" userId="27ea6d5ef56a969c" providerId="LiveId" clId="{B04CE25C-DAA1-413A-9F18-97DB15B93F60}" dt="2025-11-19T05:07:27.543" v="4" actId="22"/>
          <ac:picMkLst>
            <pc:docMk/>
            <pc:sldMk cId="1431572120" sldId="258"/>
            <ac:picMk id="5" creationId="{3F39C106-BE9E-CB66-DF6E-40BD77A96C87}"/>
          </ac:picMkLst>
        </pc:picChg>
      </pc:sldChg>
      <pc:sldChg chg="addSp new mod">
        <pc:chgData name="Neonov Neonty" userId="27ea6d5ef56a969c" providerId="LiveId" clId="{B04CE25C-DAA1-413A-9F18-97DB15B93F60}" dt="2025-11-19T05:11:09.882" v="6" actId="22"/>
        <pc:sldMkLst>
          <pc:docMk/>
          <pc:sldMk cId="1671600316" sldId="259"/>
        </pc:sldMkLst>
        <pc:picChg chg="add">
          <ac:chgData name="Neonov Neonty" userId="27ea6d5ef56a969c" providerId="LiveId" clId="{B04CE25C-DAA1-413A-9F18-97DB15B93F60}" dt="2025-11-19T05:11:09.882" v="6" actId="22"/>
          <ac:picMkLst>
            <pc:docMk/>
            <pc:sldMk cId="1671600316" sldId="259"/>
            <ac:picMk id="5" creationId="{B9C16A53-5645-2DB7-3723-4EF0E66B5D51}"/>
          </ac:picMkLst>
        </pc:picChg>
      </pc:sldChg>
      <pc:sldChg chg="addSp new mod">
        <pc:chgData name="Neonov Neonty" userId="27ea6d5ef56a969c" providerId="LiveId" clId="{B04CE25C-DAA1-413A-9F18-97DB15B93F60}" dt="2025-11-19T05:13:28.852" v="8" actId="22"/>
        <pc:sldMkLst>
          <pc:docMk/>
          <pc:sldMk cId="892091321" sldId="260"/>
        </pc:sldMkLst>
        <pc:picChg chg="add">
          <ac:chgData name="Neonov Neonty" userId="27ea6d5ef56a969c" providerId="LiveId" clId="{B04CE25C-DAA1-413A-9F18-97DB15B93F60}" dt="2025-11-19T05:13:28.852" v="8" actId="22"/>
          <ac:picMkLst>
            <pc:docMk/>
            <pc:sldMk cId="892091321" sldId="260"/>
            <ac:picMk id="5" creationId="{5BD97C5F-DD82-6EDC-B159-0921E4322BD1}"/>
          </ac:picMkLst>
        </pc:picChg>
      </pc:sldChg>
      <pc:sldChg chg="addSp new mod">
        <pc:chgData name="Neonov Neonty" userId="27ea6d5ef56a969c" providerId="LiveId" clId="{B04CE25C-DAA1-413A-9F18-97DB15B93F60}" dt="2025-11-19T05:15:13.281" v="10" actId="22"/>
        <pc:sldMkLst>
          <pc:docMk/>
          <pc:sldMk cId="354283985" sldId="261"/>
        </pc:sldMkLst>
        <pc:picChg chg="add">
          <ac:chgData name="Neonov Neonty" userId="27ea6d5ef56a969c" providerId="LiveId" clId="{B04CE25C-DAA1-413A-9F18-97DB15B93F60}" dt="2025-11-19T05:15:13.281" v="10" actId="22"/>
          <ac:picMkLst>
            <pc:docMk/>
            <pc:sldMk cId="354283985" sldId="261"/>
            <ac:picMk id="5" creationId="{86F33565-320B-AC2F-BC81-E15E61E3ED97}"/>
          </ac:picMkLst>
        </pc:picChg>
      </pc:sldChg>
      <pc:sldChg chg="addSp new mod">
        <pc:chgData name="Neonov Neonty" userId="27ea6d5ef56a969c" providerId="LiveId" clId="{B04CE25C-DAA1-413A-9F18-97DB15B93F60}" dt="2025-11-19T05:18:18.619" v="12" actId="22"/>
        <pc:sldMkLst>
          <pc:docMk/>
          <pc:sldMk cId="4093140956" sldId="262"/>
        </pc:sldMkLst>
        <pc:picChg chg="add">
          <ac:chgData name="Neonov Neonty" userId="27ea6d5ef56a969c" providerId="LiveId" clId="{B04CE25C-DAA1-413A-9F18-97DB15B93F60}" dt="2025-11-19T05:18:18.619" v="12" actId="22"/>
          <ac:picMkLst>
            <pc:docMk/>
            <pc:sldMk cId="4093140956" sldId="262"/>
            <ac:picMk id="5" creationId="{18BF79C7-9998-B99B-96D1-E8F139ECB6BC}"/>
          </ac:picMkLst>
        </pc:picChg>
      </pc:sldChg>
      <pc:sldChg chg="addSp new mod">
        <pc:chgData name="Neonov Neonty" userId="27ea6d5ef56a969c" providerId="LiveId" clId="{B04CE25C-DAA1-413A-9F18-97DB15B93F60}" dt="2025-11-19T05:20:55.824" v="14" actId="22"/>
        <pc:sldMkLst>
          <pc:docMk/>
          <pc:sldMk cId="2082813030" sldId="263"/>
        </pc:sldMkLst>
        <pc:picChg chg="add">
          <ac:chgData name="Neonov Neonty" userId="27ea6d5ef56a969c" providerId="LiveId" clId="{B04CE25C-DAA1-413A-9F18-97DB15B93F60}" dt="2025-11-19T05:20:55.824" v="14" actId="22"/>
          <ac:picMkLst>
            <pc:docMk/>
            <pc:sldMk cId="2082813030" sldId="263"/>
            <ac:picMk id="5" creationId="{D1B71F15-9EEC-361D-F623-E1E5EE3467B3}"/>
          </ac:picMkLst>
        </pc:picChg>
      </pc:sldChg>
      <pc:sldChg chg="addSp new mod">
        <pc:chgData name="Neonov Neonty" userId="27ea6d5ef56a969c" providerId="LiveId" clId="{B04CE25C-DAA1-413A-9F18-97DB15B93F60}" dt="2025-11-19T05:28:32.015" v="16" actId="22"/>
        <pc:sldMkLst>
          <pc:docMk/>
          <pc:sldMk cId="3935281956" sldId="264"/>
        </pc:sldMkLst>
        <pc:picChg chg="add">
          <ac:chgData name="Neonov Neonty" userId="27ea6d5ef56a969c" providerId="LiveId" clId="{B04CE25C-DAA1-413A-9F18-97DB15B93F60}" dt="2025-11-19T05:28:32.015" v="16" actId="22"/>
          <ac:picMkLst>
            <pc:docMk/>
            <pc:sldMk cId="3935281956" sldId="264"/>
            <ac:picMk id="5" creationId="{6DF9564A-3EA9-53C1-FD94-10A7F70CE584}"/>
          </ac:picMkLst>
        </pc:picChg>
      </pc:sldChg>
      <pc:sldChg chg="addSp new mod">
        <pc:chgData name="Neonov Neonty" userId="27ea6d5ef56a969c" providerId="LiveId" clId="{B04CE25C-DAA1-413A-9F18-97DB15B93F60}" dt="2025-11-19T05:29:53.736" v="18" actId="22"/>
        <pc:sldMkLst>
          <pc:docMk/>
          <pc:sldMk cId="1768699799" sldId="265"/>
        </pc:sldMkLst>
        <pc:picChg chg="add">
          <ac:chgData name="Neonov Neonty" userId="27ea6d5ef56a969c" providerId="LiveId" clId="{B04CE25C-DAA1-413A-9F18-97DB15B93F60}" dt="2025-11-19T05:29:53.736" v="18" actId="22"/>
          <ac:picMkLst>
            <pc:docMk/>
            <pc:sldMk cId="1768699799" sldId="265"/>
            <ac:picMk id="5" creationId="{582845B2-5C02-4966-FD7C-FA64B6AA407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C2F26-E8D6-46D4-A2F6-27616583A2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C1D864-29F1-435D-B3E6-39D980C63E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B833D-62F5-443E-13C9-2E0A778D6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0C02F-7BCD-4218-A2DE-E0197193880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DE931-5D9D-3B59-1813-E38E3E17C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319C1-C4BC-17D8-3216-BD16072D4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DDA0C-82E8-487C-A99E-9AA79CB38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289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52EF1-D0C6-05A8-6B54-06DC83AEE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6A362-C5FB-B6DE-C398-6B2F430D9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6A7B1-92B7-5497-133D-C896ECD60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0C02F-7BCD-4218-A2DE-E0197193880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0169F-1510-0ADD-BCCF-97B3B23BA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C8C18B-B218-E60A-2D93-7E1268919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DDA0C-82E8-487C-A99E-9AA79CB38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862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C8611-F261-3104-B141-139017CFB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523BC-A188-22CD-9490-F272E582E9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72E917-733E-E79A-1A27-653AF5F38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0C02F-7BCD-4218-A2DE-E0197193880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992B4-0982-4084-31EE-194FB18A1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DF887-0816-F20E-E7B6-29173075A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DDA0C-82E8-487C-A99E-9AA79CB38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91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DB2E2-2445-BFD2-9162-9BB253778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888BB-4322-2588-8287-3A20CF5F3B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B677C2-427A-8897-1AD9-D5FD224320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11DB7F-A76A-06E1-AE0A-ED36F8CF3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0C02F-7BCD-4218-A2DE-E0197193880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44D6E8-D015-B01E-DB22-42546026B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43DC50-DB6A-06D7-EAB4-27ADA3F55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DDA0C-82E8-487C-A99E-9AA79CB38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949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19E04-3B93-2E3F-F0C6-4274929D0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C37C2-B988-DA11-5974-301E6A5CC6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17F641-ED90-581C-9F79-AD2212B360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578059-E2CB-6475-52B6-E419A1DCC3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EEC4A3-F3FD-2814-CA2F-D81B5DE629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A21859-5057-2ED5-2524-0D455CF7B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0C02F-7BCD-4218-A2DE-E0197193880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541F00-2B09-6946-6AAC-0AF5E712E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4EA47F-F597-3C89-A609-F98CA5DE2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DDA0C-82E8-487C-A99E-9AA79CB38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746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40845-8EBC-4A04-5B12-EFEC35346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C73A3F-6BE3-AD9C-89AC-039E25618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0C02F-7BCD-4218-A2DE-E0197193880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BCA043-474E-61A2-5954-7D297C0F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43E773-E3FD-9F18-2532-9AE93F4C6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DDA0C-82E8-487C-A99E-9AA79CB38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959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DEB47D-BCD2-131B-9409-38A66B43B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0C02F-7BCD-4218-A2DE-E0197193880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943E5C-074D-6B18-1320-07B4377AD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1EB180-5563-9EA7-3A90-6FF04C382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DDA0C-82E8-487C-A99E-9AA79CB38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430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14F17-9D3C-1698-5751-59EC5BF4D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5B23D-DE89-530F-773D-C1B1791C8D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2CAC1B-0A8B-10F7-3139-43597354A4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F627FC-C02F-7895-2801-E68D094B2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0C02F-7BCD-4218-A2DE-E0197193880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CFB663-6961-DA80-443F-6296E83AF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90E6C3-5DB1-33AA-894E-F2ADE046A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DDA0C-82E8-487C-A99E-9AA79CB38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102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30AFD-3720-FF6E-D3F9-90C79F5FC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D23D25-C08C-A014-1620-73ADA45740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29EFF2-2677-B7FB-3ECA-A65941F554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304862-70E3-C31C-7E70-8B8FADDCA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0C02F-7BCD-4218-A2DE-E0197193880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25E58D-C81B-4C41-2A3F-617148ABE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A7DC95-4627-E048-8273-19422FA80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DDA0C-82E8-487C-A99E-9AA79CB38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218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6D0D1-17D6-E02D-999D-1A89E502B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43A01F-62EA-41F4-45D7-0DF3A61170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13A19-9AF7-C013-CE6E-23097658E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0C02F-7BCD-4218-A2DE-E0197193880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7117B-B478-5E92-6A75-91A5A4826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0A158-C619-0911-D28D-7FAE3AD7B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DDA0C-82E8-487C-A99E-9AA79CB38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87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B0A966-2B73-38D4-7546-784A4D5CD4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466803-E096-C0CE-E244-3463A6155D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71737-87B3-052A-1D6A-B1CB4724B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0C02F-7BCD-4218-A2DE-E0197193880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6A1F7-F44F-F096-B4E7-338FA62BF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9A7BA-80CE-9A93-867F-4BAA152A1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DDA0C-82E8-487C-A99E-9AA79CB38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490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331355-9803-AD31-288E-DAA8C98C9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EE57BD-9DDD-0E2A-17E1-EB3E49CAB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83EAD4-72A9-344D-D2A7-6D5922B777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90C02F-7BCD-4218-A2DE-E01971938807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53B78-A2CD-4F0F-706E-884071CECC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E8CF3-E9C1-6128-9D1F-2A96B37BFD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4DDA0C-82E8-487C-A99E-9AA79CB38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753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A7D10-5759-50BD-448E-3B68D73936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4A8053-5C3A-41EC-886D-2A6D56058C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04C931-33C5-F51C-38EA-4D500EAF6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601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CDFE8-061D-3587-0347-2FF379C35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5B284-5880-E9CA-5556-C519C1133B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185D8B-247B-AD1E-3687-1E74EC801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573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A5997-722F-CBA2-37BD-F70A7DB5E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EFF2F-7E98-DA0D-8B7E-14126C88F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39C106-BE9E-CB66-DF6E-40BD77A96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572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3F0A2-33A0-90F7-EA44-BB6E651D0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26640-1E03-CFE8-4DFA-AD21D4F803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C16A53-5645-2DB7-3723-4EF0E66B5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600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15348-26BD-8B10-B93E-68E5FC3EF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EAC70-0BF5-4ADC-C788-1E929D239D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D97C5F-DD82-6EDC-B159-0921E4322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091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D957D-A296-8BAD-3734-BCB1D5555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8D1F8-D445-F97C-EF7F-EF5154541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F33565-320B-AC2F-BC81-E15E61E3E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83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C6600-1218-A011-EB5C-D4DB5866F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3AEC0-2B16-DE4F-35DB-0BC6594B8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BF79C7-9998-B99B-96D1-E8F139ECB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140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A0498-531B-E0B2-829B-2B2B83880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8D0F8-5789-316B-A7A7-228BAA821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B71F15-9EEC-361D-F623-E1E5EE346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813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F92DF-C813-5493-B578-D5AFA285B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027A7-8937-0D87-CC7A-C5A4C8B5E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F9564A-3EA9-53C1-FD94-10A7F70CE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281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A8F5C-3670-FBD0-1909-3134DEB2C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1C99E-1DA0-7CEC-0DC4-CF3A6D4195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2845B2-5C02-4966-FD7C-FA64B6AA4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699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Nurassyl Nurgazin</dc:creator>
  <cp:lastModifiedBy>Nurassyl Nurgazin</cp:lastModifiedBy>
  <cp:revision>1</cp:revision>
  <dcterms:created xsi:type="dcterms:W3CDTF">2025-11-19T04:01:50Z</dcterms:created>
  <dcterms:modified xsi:type="dcterms:W3CDTF">2025-11-19T05:29:54Z</dcterms:modified>
</cp:coreProperties>
</file>