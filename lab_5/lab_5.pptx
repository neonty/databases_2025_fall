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B9E331-6E33-4F7C-BC64-12900A07EF5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17BD-B0F4-CCBE-A0D1-87D20483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B9A83-2B67-1A55-7020-D4006835D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F294-FDD4-FAD3-DAC7-AB4EBE49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3039B-7036-2296-B1B6-6E88EE96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2076-FC39-4FB6-DED7-FAA7925C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0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CF03-D0F0-85E0-8D14-16136721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16EB-6ED5-FB14-6D54-5E3DD837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385A-271D-D439-6EF8-0CC35698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CFF5-9952-F289-7770-A188ECED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A7D12-7EA2-DAB5-16D9-6A031EF4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9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7F3C-054A-32E6-D70C-CB90F765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7B81-426C-4950-765D-5E266135F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42C2F-0272-049C-53EB-CA04F3FD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E8EC5-C114-0F41-7849-74289D01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92949-A5F9-9292-00D2-EF8DB9E6E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6AB4-09C5-B7B5-C3BD-4A6B38B8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703E-DD72-5DD7-527F-FAC4D417F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F7927-7521-C072-5091-12F8BFBB8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7DC24-E34F-C13F-F0A1-C26E1ADA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5BFA6-3933-8D8C-0F98-C9E78C93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7E752-3F02-2D3F-7D79-CCAE7BAB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A6A6-1353-136B-FE2F-A382759F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49F10-B93A-3E75-3A19-B18619701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8AC8A-A0B8-5ECE-898C-61D5295BE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E42BB-917B-E901-15FA-001D97710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1D339-45BE-5C3A-6BAE-42000BFDA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4CDE6-7806-CA88-31FE-BDC8FDB8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549E0-FDA7-2AB7-0BDA-1B860249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C5672-7418-28F9-3B21-F4AFFAAF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E640-B9C7-35D5-C8B3-AA7DBA10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0D70E-E41A-D1CC-2A1C-2B0F9866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57D2B-12B8-2555-2BFF-C1C90824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E74D7-AEC4-0172-DB1E-B715752D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0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7A5EB-2158-21B7-7092-A673E266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5CF64-A559-54E8-6B88-B947A90D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1EF11-AAC9-83C6-02E4-91D60383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5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702C-FE0F-02EF-3D87-FB24661C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18EE-5932-6F12-7B79-CB297BF8A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9A714-DF2F-0DD0-1CD7-2F9A77D81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37B85-5B16-8B75-7416-5F219A39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781D3-5E9D-FE5D-AB07-1C856FB2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E3ED-F5C1-25F3-E3D2-4DABC6BF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0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29CB-BC99-72DF-C6D1-C19C05D7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35EAD-CDB8-0DB9-11F8-ECBF9CFC8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39652-4B4B-CE47-3932-F37C0B009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A97CC-7F46-8E32-FCB0-A8259208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A9D95-0183-7A35-B751-4B8ADA11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17945-90D3-B5F7-661B-43AAC2B8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1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1047-4D6F-7C96-6102-688F0993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70237-B6C5-FC53-891B-8407A0910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0B704-4E71-7516-D3B7-F85F3EB2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8D99-B502-8F76-028A-76EAA017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C2EDB-A30F-E5A4-E129-67449DD1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0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D8E71-C4E8-A137-EC75-AC8C4FC2A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439C0-0E3A-2352-CCA5-DE63504E4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2B3F-D4A6-81F6-79A6-7877E0A6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52D4-CE37-F884-5C9C-86F43378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65C07-EC4E-7C96-42BE-3068C0B5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9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B02BD-BE7B-2964-D4A6-D19EA6F4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EC97B-6714-74DD-D882-5B4F685A3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D9AE-80D7-F7CB-9090-3CFF4C163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27AEA-28A6-40EA-9B19-8F09F565970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9D93-D842-332F-7887-A27FFB03A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C35E-239C-C113-EBAD-4DDD87314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93D4D-2D93-4B48-897A-2D0E63B80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3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E70D-35A3-2CDE-29D4-7ADDE54251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5B9B7-9821-223D-AB67-7FB91769F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E5C6E-78A7-DD5F-007A-0D8F2C6D5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1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EF7C-5627-F6B0-4DBB-46A45D97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44F0-4BE9-029A-DAA3-5422AF4C4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8A0A3-5F49-E0DD-DBAD-BFFA3DF68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9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14B5-5054-B2AF-323B-E2EC38D0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7A82-C0BC-9940-72FB-A284DA62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3B294-1405-4A74-A8FE-7A7DE4599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3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DADA-6DAD-D6E9-17C1-5A72CDC3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34BD-5820-5A52-487C-6B8BFF09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5882-AC79-08C4-243A-3A7650AD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E6F0-C3AA-73B1-CEAB-E5DCD640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ABAC-8839-4941-1E0D-93D76C2E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A8271-B742-2935-20B2-039348EC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4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2121-5745-4FAB-E59F-1E113275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8754-C551-EEB5-DCDC-BA7E92260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878DD-70BB-F611-F05A-1F0FAA6F3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01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013B-C395-424C-FD29-34B5BC67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8A7D-0ADD-0C3E-FD5D-B525B0A9B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17721-76CB-99C7-EBCF-FA11D9B0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6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0A79-871B-C540-2C8C-14F5585B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B273-D33F-F72A-2FC9-6F798CC8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38798-4173-154D-8873-75C77F303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3</cp:revision>
  <dcterms:created xsi:type="dcterms:W3CDTF">2025-10-15T04:09:45Z</dcterms:created>
  <dcterms:modified xsi:type="dcterms:W3CDTF">2025-10-15T04:36:03Z</dcterms:modified>
</cp:coreProperties>
</file>