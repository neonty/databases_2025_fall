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E7EFC-24D1-4CA3-1329-2DF486D968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2292B1-4354-7C18-1361-ED132730F8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20C4A-D63A-BDFE-8F38-7F18CA4C0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323DD-2B37-4849-9305-FF5B335B51DF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9231D-5EA5-D94A-3C7E-1553784DF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167724-4EEB-0C32-174C-6089F2525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D01C5-BBA9-447B-9B38-CE88D04B2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991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2D71D-2BF3-2BF7-7EE6-718111942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CC6AE-BD03-4DAF-BFB6-EA7AE42E5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C8B0F-B5BF-8932-464F-EAE7021E9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323DD-2B37-4849-9305-FF5B335B51DF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0050E-D7A1-0539-12AB-3BC4CB327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0D135-579C-1EEA-479F-C442E32B5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D01C5-BBA9-447B-9B38-CE88D04B2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195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3AE54-86D4-4A7E-DCC1-10E6C57C9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48790D-E49E-CE7E-2714-FDD7B3F10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C2E23-4A61-D912-2E5E-BEA70B3EE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323DD-2B37-4849-9305-FF5B335B51DF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41960-16BE-DFBE-AE9E-4EFE5B6D9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889E0-E010-A172-AE49-F2D5D3E9D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D01C5-BBA9-447B-9B38-CE88D04B2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215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58653-7747-B75B-5C18-46F44503C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96809-22EC-12CF-4CA2-FB54C80A59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F58F09-F46B-0048-341D-7F099CD9EE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0D0034-3AF5-27A1-40A3-AB6B5FA49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323DD-2B37-4849-9305-FF5B335B51DF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8126B-D142-FC69-DF14-48344B353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79B640-96D9-8A2B-9DC9-09716640D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D01C5-BBA9-447B-9B38-CE88D04B2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097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0912D-83CC-C9DC-433E-0DCE426E6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6C745-2D6F-F3AD-81B4-D87A56C58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4F1B7F-C5FB-E4E3-367F-B94C706D4E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75F204-3239-42E0-D7CA-723C1C035E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DAA62F-A824-B65E-5F7D-D00A245B98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F0F1E2-A6AE-AF99-3CF4-A8AE6BC0A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323DD-2B37-4849-9305-FF5B335B51DF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ED6F95-F28D-7A07-68BA-4778DA49D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CE28C9-6249-6FC5-F149-DA6BA4174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D01C5-BBA9-447B-9B38-CE88D04B2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214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AE9CD-C180-B370-4B5C-3DF967243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88608-FF52-73E1-B3F4-572229FED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323DD-2B37-4849-9305-FF5B335B51DF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FA3029-9CDC-1702-38FD-4B48DCBF9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93FD7A-F4E3-2186-EC9B-B187258A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D01C5-BBA9-447B-9B38-CE88D04B2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8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BCFFF0-F9C7-EA3B-AAB7-97B2EFDB9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323DD-2B37-4849-9305-FF5B335B51DF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B0FECF-C4FF-A825-E38F-D3BAA8711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C9DD09-BBB2-37E0-EA97-0BE9EBAF5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D01C5-BBA9-447B-9B38-CE88D04B2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153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DA54D-A705-35A0-EC95-FB871B94B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3AAFE-D730-52D6-182C-9C672A555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A800CA-29FA-DDDF-5B09-B428CEF15F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7FEDD2-F873-B416-75E0-0B001AD70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323DD-2B37-4849-9305-FF5B335B51DF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ED5415-4B4B-ABAD-AA98-E6303D75C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7E26C-57F9-D3CE-D14B-32720F943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D01C5-BBA9-447B-9B38-CE88D04B2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308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76CC4-F966-14D2-BAE9-32D0E9108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0FD882-F3A4-C57D-1353-602142AD1E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C66832-337D-8F3E-1AA1-F0181809EA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7428CD-EB60-9706-C892-7C9B19B9F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323DD-2B37-4849-9305-FF5B335B51DF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C8A2BC-47D5-3AA6-8466-20997A206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C6C58-9FB1-5F16-D924-84159C12E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D01C5-BBA9-447B-9B38-CE88D04B2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054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A6AD1-918F-CBD2-5C88-A9EF929BE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1B9A11-97C6-9F4D-FE68-C99952F63D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A76D1-08E9-A4D8-B920-5A5B9B4BA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323DD-2B37-4849-9305-FF5B335B51DF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A41DB-BD79-20FF-1399-4B3095688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948DF-0B96-0EB0-0E44-244F2DE38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D01C5-BBA9-447B-9B38-CE88D04B2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375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8C6EB6-AD65-6424-A5E5-0F68AFC4B5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5DF410-4678-D77C-3A7B-A03E60B8DE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227D8-C528-A826-0284-F4A8A29BF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323DD-2B37-4849-9305-FF5B335B51DF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5F1F89-FF58-1C41-7C4D-73538EE1A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0052A-61A6-AEA5-01D4-72382BD38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D01C5-BBA9-447B-9B38-CE88D04B2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137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1C9846-20A1-86D0-DA38-AADCE600B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6FBFF-EBBA-CC99-A3CE-23AA56982B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92654-76DC-23E1-C78D-1DCBF69AAA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9323DD-2B37-4849-9305-FF5B335B51DF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F4CF9D-D0E9-C3F0-CFC0-5DE0280F6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38515-34D7-70B7-651C-4DD2469FFC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0D01C5-BBA9-447B-9B38-CE88D04B2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969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31D88-23F1-FE78-608B-1D3AD1A99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FC3037-0B0C-E50D-73AA-4CE710ECFB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100999-598B-B779-FC6A-9E18A919E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004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C04B0-53C4-09D7-E529-5948C6472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7319C-C42B-554D-7B48-54A67E761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A75223-7A18-E5A0-0C81-16B4521E4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687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97865-05CA-EFA0-1E04-F6A3633B4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A7D10-428E-751F-374E-54A947329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DB4A92-4602-FF79-320B-4B23223EB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587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A366E-4F9A-5431-8943-3A5EE0D88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1F279-D11E-B5B3-BADC-CBBE758DF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32A274-9375-5BAF-9D53-38AC674FA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17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39D65-5007-E907-4724-9A248E1AC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F3379-2A0F-1A0D-0DDA-98DAC7302F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F31FF8-668E-42DA-21AC-7CC996DB8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412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EC14C-B8FC-C617-8404-C54117173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4399E-731A-5CA1-7687-DAE4EF021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E01BF5-1F0E-E28D-063A-56370D256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713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FE3F4-72CC-76D6-6B46-860DEE05F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C7B4B-50A1-DD81-8C7D-76203452B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DBA368-0EBC-E078-B628-6F6DD0F93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195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AED5F-CE19-4BE5-6D49-B739D960E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5167F-3980-8BC5-18A6-17299CAA2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542B95-8778-BF3E-C364-53085CCC2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963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9EFBC-0CE3-7F9E-7232-3A30AD718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584F9-3718-76C2-309F-182EF175D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D23ED1-D956-A214-E0A5-4EF59ED10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159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050FA-0013-17A4-A4DC-D742095A7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75879-9DED-EE87-D102-155A4EE01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C5F1B5-358E-EBB6-5E60-8234E06AD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575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EFAB5-FA85-C6A8-BD19-F1DF4CE72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20EBE-B707-5508-D6E0-0D9FC7B9C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79E941-2CB9-2CB0-CCF5-759DD04D3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743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17DA6-A1E8-C47E-E018-EEE3ED96E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B5FDB-1A3D-274A-32FD-B5C968736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0DAAFE-BFE9-B31E-12D6-A2528BD51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0665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569F4-2612-F4A1-D1A6-8D0AA6DCE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00384-F0BC-8E46-C7BC-17B606D90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D65796-5CFE-4454-1517-CD5F9A981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9683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CF2F7-016C-9EDA-52DE-A527B83C0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B2208-BD24-24A1-8F9B-A57820B69F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02E8CA-9740-CACC-AD92-E64701412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0274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FB875-683C-B8EA-CFF9-91C5A199F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27F05-7461-5157-B73F-F29A853A3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54E890-E72A-EE09-2568-90D2D8154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308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Nurassyl Nurgazin</dc:creator>
  <cp:lastModifiedBy>Nurassyl Nurgazin</cp:lastModifiedBy>
  <cp:revision>3</cp:revision>
  <dcterms:created xsi:type="dcterms:W3CDTF">2025-09-30T07:08:56Z</dcterms:created>
  <dcterms:modified xsi:type="dcterms:W3CDTF">2025-10-01T04:17:06Z</dcterms:modified>
</cp:coreProperties>
</file>