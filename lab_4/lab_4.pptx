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83DC2-260D-989C-5BD2-83FD0AC38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07EF3-27CF-E8E5-C5F6-2BE7A01B3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A4E9C-5430-C206-0225-7C48219F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C7B31-59C0-3691-9F5F-3476E92E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F5239-FFFC-8997-B2E0-5E806B3E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0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5951-722C-681F-0A50-60D8AD6E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D2A99-596C-73AF-9085-35D987196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8B57A-2D95-DCA0-B9C4-5A31B49D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2C306-F869-6E88-EADD-2EAD71B11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E8093-A97E-7647-2DAC-D2A5A089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2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F00C-8E76-DF0F-7B17-06FA7F2D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BFC2F-4929-F859-4FFF-F635A0C3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AC97B-8E3F-C092-B249-FA7B31EA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F75B9-1D05-405C-C88F-616181F6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ECF9D-815E-758F-1AE2-5801A266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0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6C332-3391-05B0-868D-D098B18F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238A2-79E7-333B-3EBE-2FB345461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A6F2B-306F-3A4B-3AC2-F52D60591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2CE37-A317-D5B7-A7DE-1A2CECC6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33F48-6CCB-772C-CE86-DBF6C76D3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BCBBF-DC5D-25FB-2351-D533A15F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6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A70FA-379C-AC20-3C71-D450483D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B35B2-D77F-AAC1-7310-A300A4772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A0B0F-AAAD-84F5-6281-BBC8290B9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589E4-AD15-8362-1DB6-C3664D5E7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56D2B-5AA8-D61D-A652-CF83383F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E013B-4078-03A4-78A2-B641BCEC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09596-02ED-136C-A572-13CFFD2D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55F54-3840-94F2-E431-F150AF20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2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4F6A-2E57-9709-36AA-673CDB0B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D8F3E-54CD-DA00-6F0D-5E2F6664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94695-311B-98C1-8B37-CDBADB44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4459E-76CB-4F0E-A1D9-804456AF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9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D2FDD-3D96-19D8-4EBF-CF4807DD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1BA8C-8E07-A31F-BAE6-DA18F1773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1DB1D-FCB5-4A44-B0DA-35876DCA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5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F8D3-1651-F120-2E4D-1D74AD0A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2DCE7-1DD9-5C27-F2BD-E30F30A06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1651B-A973-B7A2-E7ED-3FF67C25B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C8C04-84F3-CA06-723F-3D96C77F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8035B-4079-303C-6809-02810FF0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667AB-6B72-003A-FC68-820D5C08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0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59420-F1E5-2CD5-38ED-7FB7AF7CF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AE557-9EC6-1F40-42BB-FB72AABDE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178C9-1A3E-D0A9-82B0-85542B09D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F89C7-6EDF-A1D8-BA65-3894B22B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CC103-11A0-C644-C398-407DE0D7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D9429-A597-D832-9B77-C7104C6E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5A86-5610-07EE-3D03-4BE87504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D0ABD-DB30-E33B-5723-1DFC925FD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D8AE-3876-ABED-E5C4-0E3270D7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6CE2D-B3BF-B463-FC6C-D8464B4D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57C75-96C6-0FDD-A6A2-64D1A543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1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037BFE-9083-A7EA-5916-D33DCF237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9329C-1154-0258-CC41-AD21FE392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74562-0CEF-2DC1-F13D-91CF7880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02741-A8CD-96BD-3944-F4745A66E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DF7-2441-F911-655C-92B34B8D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4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BBF29D-996D-0C18-5FA2-01FE0361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E926A-69C5-E33E-B9F9-FC74EA19A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1AAA3-4400-B651-9543-3A4BA8A1C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A751F-B5CB-4988-9711-6EACB0E4E7D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9457E-C3D1-ACF8-824F-FF0971767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15D6-E892-2C62-9141-9B36A903C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76621-A74F-4F50-AF41-768ECDC55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7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3749-AADB-DB71-0998-9A49EB8E0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BEFB7-B96E-1698-1F3E-ABCD0CA1E1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64184-4DD1-F301-5408-CF2622744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3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64AE-7585-3C4D-04A2-C9CFC730F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0AD-CE92-2953-1EA3-C96817FB1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4EAF75-C580-EACF-4480-F6F16FDA3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5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9CB3-9539-FB60-6F69-0F12578E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B111-BFFD-D203-FD46-3324AC188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853D1-8220-62A2-4802-CE02FC383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59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B74D-7A97-756D-4816-22EC0FEB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43819-862E-3496-C3F3-8F83DB33A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5B4F4-AA7D-4ADB-5958-BE1717CE8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" y="0"/>
            <a:ext cx="12184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9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DF06-E77D-2949-4F0D-1B075B4A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FC46D-133D-872B-F982-6A6BA9F11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CA232-E874-D45D-51E6-7EBCA2B73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1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CE84-0B95-5A09-AE8A-F7D0301F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9A1E8-6605-14F7-6C37-D333BDDD1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5049A-5F00-F4CB-0FFB-515BE3709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4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BE24-8C3E-BFE5-9725-C5709AEB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A0C76-5704-FD67-490A-9F540B26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9A259-7464-8775-8187-78211D706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8CE5-058C-8232-6BF5-4496B2AC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124A1-5C04-F235-EC88-3C97FA4BC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8255F-4409-B76C-CC92-EBA089DF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264B-7A29-3154-831E-6AD7FB6B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AD8AA-F989-0B22-E87C-2D1409BC1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25E9D-074D-69C2-6C1A-98330FE73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99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67D0-E716-420B-5651-70A04176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E5DFA-FC28-399D-A848-0CC547657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7EA8E-B5CC-B459-4F54-28555E4BE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3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Nurassyl Nurgazin</dc:creator>
  <cp:lastModifiedBy>Nurassyl Nurgazin</cp:lastModifiedBy>
  <cp:revision>8</cp:revision>
  <dcterms:created xsi:type="dcterms:W3CDTF">2025-10-08T03:50:40Z</dcterms:created>
  <dcterms:modified xsi:type="dcterms:W3CDTF">2025-10-08T04:33:23Z</dcterms:modified>
</cp:coreProperties>
</file>