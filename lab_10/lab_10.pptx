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3254-1012-A193-AA59-7E803400D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13BE0-A3D5-7264-3B4E-BFC14B47C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B6FBE-A6A5-4424-381E-CCA35759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15500-0123-0394-1577-4C4865A7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94F9A-4D41-A152-D32C-5E7CF093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7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E0BB-6BEF-2D01-D48A-5C366CE8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0D21B-1E73-AD0F-CD5B-38642A7DE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E3AD3-037F-50C2-00D8-8A32D679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537D4-D470-1FE2-94EF-DF687B493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C7F8-C13E-08B3-8D92-7A2820C3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0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C014-658A-53A0-EBC9-8D0ABE90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45E50-D4DB-CE08-E314-087A7BE3A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9825C-64F8-4DB6-D221-811B1E83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AD25F-2526-F1A7-72D8-31C0142DB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7A533-432E-69B2-56B4-6E9E90DA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6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754F-4E3F-E0C0-F70C-319ACCBB9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167E2-4CE9-6F18-C9F0-546A26443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90EC3-58AF-E855-4E1E-43E385284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85952-E498-B5C6-55F5-038735EF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CD228-A3E7-9F59-E618-1CF3E9F87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299E0-F8CE-1A31-B17C-FD574B3B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41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329E-FBFB-E224-800A-B4EC3C52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E72A4-0934-76D9-64A8-29E123AC9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6E30E-6981-5784-6278-078867FD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03960-D559-5216-FD3B-3B5EF64B2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7D641-297A-4257-BFC7-1787C6A8F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348A2-A22D-D02B-92E3-29893DC7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86923-7D4C-0C5D-5848-4910DFD7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585D7-2F29-6F17-1E09-22E70B6C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12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D2A8-1173-3675-6B54-FA47EFBC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4631F-62E0-EADB-BCF4-AFCDC762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61E96-C638-5AB6-3E8F-B29EACAA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2BCB6-B4FC-B81D-7A06-5EFBACB8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0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03D8F-BCB9-70F5-0030-C855279D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E32ABA-39C4-9290-25F0-38A6291B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56CE5-889E-8EC5-B276-E620EF86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0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C81D-A8A4-AFE6-D500-11D09E77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8A906-B2C1-B91F-E0EC-D19AE4197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99CCC-1DE6-C5AB-6566-50D1443F7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E1F07-284A-1176-9EF6-F684E19C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BC0ED-141B-6871-9CA0-E5FF42BC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FE3B0-5FBB-6297-0895-26037CC8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6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BE8E-DE75-6F39-540E-3C63715C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D53FC4-C735-5BFC-B37B-3918606BB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EA4C4-0FA1-9B17-A178-3052AAE49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89DFA-D7EA-ACC4-B08A-8D599E8CB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66A05-5F28-7787-6FEC-C5A549B0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22F03-3D86-5FD6-B0E8-F160B4C3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43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706C6-9432-B6CB-CEB0-F4F4428B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D3628-12DC-A0A7-B67F-C46CBB946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3717-40CF-1CDD-1732-D1796531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0464D-3803-427F-7B40-7A78EAF97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EEF3-535D-9180-51AC-172D9B71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8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82397-5142-228D-1BFD-FFE6FAFB3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8737A-D2B6-1554-C522-4A0CA548B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61FC3-ED77-FCE6-67CF-B2E4EFE7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2B420-C8E2-5658-83CE-D5CBFEDD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AFA3A-A4DE-05BB-BB0F-ED0E9927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6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9E45E4-84C2-6222-79CA-5CCBFD50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DDDE7-AAF5-6989-11B6-50B4698CA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7DDD0-38C1-421F-C921-7D8EFE1E4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CC499-53BD-42AC-8FBE-8905942117B1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ACCFA-B360-F05F-BD31-98EAC7F3E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9BDDA-56D8-809F-1093-1F81FC484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80971-2FF2-4B2C-A48A-559A0C323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0574-B082-0915-E332-1C9BEFF44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1BA14-ECE5-AE6F-14C2-ADEA98133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3FE57-4B35-312A-70B6-465B7F770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14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8735-C937-7AC9-F3BD-D5EAFBE4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089A6-9810-84CF-594F-C63FBCBFE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F961FB-0971-8317-B184-32A1A3DF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18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C6C7-1088-48A3-C914-74C31C7E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550EF-798C-248F-4A8E-94EAEFB9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BE544-D983-B2C3-B668-F5CB4575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6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FD77-BC00-2F08-BF1D-1710EC0E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09460-4D21-DFD1-BB04-4A69BE09C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C3926-E8C5-0C42-9697-1632B98B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64F8-E18E-8AFE-801C-EFF30193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F8D3-8947-4184-DA1B-942059123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98A1B-B132-DF08-80A0-95C86B3D1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8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E143-6A18-C9C5-CD18-E50515D6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22A7-1238-4ADD-7CA5-AD7743166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910B6-4388-B9D1-9082-982EA9D09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72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B6C1-A549-827E-DE60-DE602F95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2291-F52D-7E5E-B630-109B22DA6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4CF28-66D0-225A-82C5-7ACE8C36C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61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8F0A-CF41-9CFE-9E49-CD31C2B8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A659-ADE6-0001-A4F3-D17E9689C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FD102-8DBB-8850-0FF2-27F3707CC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3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752F-DBCB-087F-8211-0D6F0887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87FB-67B6-83B0-7BDF-0106068F2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DBD7A-5C30-8972-5B63-69C6E95F1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40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779B-693E-B644-B3C8-5671D7BF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EA04-E0D1-40D1-B716-BA366BF8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6248D-194F-2C89-4E19-92E251E4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732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11</cp:revision>
  <dcterms:created xsi:type="dcterms:W3CDTF">2025-12-03T03:29:42Z</dcterms:created>
  <dcterms:modified xsi:type="dcterms:W3CDTF">2025-12-03T04:40:39Z</dcterms:modified>
</cp:coreProperties>
</file>